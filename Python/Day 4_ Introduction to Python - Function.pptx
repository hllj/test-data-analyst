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65701b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65701b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865701b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865701b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865701b0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865701b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4 - Introduction to Python - Function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29/12/2024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 Function là gì 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 (hay gọi “hàm”) là một đoạn code </a:t>
            </a:r>
            <a:r>
              <a:rPr b="1" lang="en"/>
              <a:t>được cấu trúc</a:t>
            </a:r>
            <a:r>
              <a:rPr lang="en"/>
              <a:t>, </a:t>
            </a:r>
            <a:r>
              <a:rPr b="1" lang="en"/>
              <a:t>có thể tái sử dụng</a:t>
            </a:r>
            <a:r>
              <a:rPr lang="en"/>
              <a:t> và thực hiện một </a:t>
            </a:r>
            <a:r>
              <a:rPr b="1" lang="en"/>
              <a:t>tác vụ duy nhất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 được tạo ra để dễ đọc, test và phát triển code.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Ví dụ: Em đã từng sử dụng các function built-in (hàm xây dựng sẵn) của Python là print() và len().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Ví dụ thực tế: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def greet():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print(“Hello World”)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greet()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Cách tạo một hàm trong Python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Sử dụng từ khoá </a:t>
            </a:r>
            <a:r>
              <a:rPr b="1" lang="en"/>
              <a:t>def.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Định nghĩa </a:t>
            </a:r>
            <a:r>
              <a:rPr b="1" lang="en"/>
              <a:t>tên hàm</a:t>
            </a:r>
            <a:r>
              <a:rPr lang="en"/>
              <a:t> và </a:t>
            </a:r>
            <a:r>
              <a:rPr b="1" lang="en"/>
              <a:t>các tham số đầu vào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Định nghĩa đầu ra (nếu có).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43360"/>
            <a:ext cx="9143999" cy="270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/>
              <a:t>Lợi ích khi sử dụng Hàm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Dễ tái sử dụng</a:t>
            </a:r>
            <a:r>
              <a:rPr lang="en"/>
              <a:t>: mình chỉ viết một lần và được sử dụng ở nhiều nơi khác nhau.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Tổ chức tốt</a:t>
            </a:r>
            <a:r>
              <a:rPr lang="en"/>
              <a:t>: mỗi hàm sẽ thực hiện một tác vụ cụ thể để hoàn thành một công việc nào đó.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Dễ quản lý và phát triển.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
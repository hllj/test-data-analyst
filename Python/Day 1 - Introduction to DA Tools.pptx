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d77d64f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d77d64f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d77d64f3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1d77d64f3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d77d64f3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1d77d64f3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d77d64f3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d77d64f3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d77d64f35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1d77d64f3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d77d64f35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d77d64f35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d77d64f35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d77d64f3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d77d64f3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d77d64f3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Giới thiệu về các công cụ của Data Analysis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10/12/2024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Công việc của các Data Analyst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027" y="3907703"/>
            <a:ext cx="1085976" cy="1085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013" y="1648000"/>
            <a:ext cx="1085975" cy="10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74488" y="2816775"/>
            <a:ext cx="1449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Raw data source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83075" y="1565200"/>
            <a:ext cx="1251575" cy="12515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2530561" y="2816775"/>
            <a:ext cx="1251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Clean data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6988" y="3364224"/>
            <a:ext cx="963474" cy="9634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5572875" y="4450700"/>
            <a:ext cx="1251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Analysis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02" y="1647998"/>
            <a:ext cx="1085975" cy="10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4489188" y="2816775"/>
            <a:ext cx="1251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Database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39363" y="1587925"/>
            <a:ext cx="1824316" cy="12061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7025725" y="2816775"/>
            <a:ext cx="1251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Visualization Dashboard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72" name="Google Shape;72;p14"/>
          <p:cNvCxnSpPr>
            <a:stCxn id="62" idx="3"/>
            <a:endCxn id="64" idx="1"/>
          </p:cNvCxnSpPr>
          <p:nvPr/>
        </p:nvCxnSpPr>
        <p:spPr>
          <a:xfrm>
            <a:off x="1641988" y="2190988"/>
            <a:ext cx="1041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4"/>
          <p:cNvCxnSpPr>
            <a:stCxn id="64" idx="3"/>
            <a:endCxn id="68" idx="1"/>
          </p:cNvCxnSpPr>
          <p:nvPr/>
        </p:nvCxnSpPr>
        <p:spPr>
          <a:xfrm>
            <a:off x="3934650" y="2190987"/>
            <a:ext cx="63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4"/>
          <p:cNvCxnSpPr>
            <a:stCxn id="68" idx="3"/>
            <a:endCxn id="70" idx="1"/>
          </p:cNvCxnSpPr>
          <p:nvPr/>
        </p:nvCxnSpPr>
        <p:spPr>
          <a:xfrm>
            <a:off x="5657977" y="2190985"/>
            <a:ext cx="108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" name="Google Shape;75;p14"/>
          <p:cNvSpPr txBox="1"/>
          <p:nvPr/>
        </p:nvSpPr>
        <p:spPr>
          <a:xfrm>
            <a:off x="1495000" y="1725850"/>
            <a:ext cx="1335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Gather and Clean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3709038" y="1776250"/>
            <a:ext cx="9633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Load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5717013" y="1776250"/>
            <a:ext cx="9633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Visualize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78" name="Google Shape;78;p14"/>
          <p:cNvCxnSpPr>
            <a:stCxn id="61" idx="3"/>
            <a:endCxn id="65" idx="2"/>
          </p:cNvCxnSpPr>
          <p:nvPr/>
        </p:nvCxnSpPr>
        <p:spPr>
          <a:xfrm flipH="1" rot="10800000">
            <a:off x="1642003" y="3199701"/>
            <a:ext cx="1514400" cy="1251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" name="Google Shape;79;p14"/>
          <p:cNvCxnSpPr>
            <a:stCxn id="69" idx="2"/>
            <a:endCxn id="66" idx="1"/>
          </p:cNvCxnSpPr>
          <p:nvPr/>
        </p:nvCxnSpPr>
        <p:spPr>
          <a:xfrm flipH="1" rot="-5400000">
            <a:off x="5092788" y="3221775"/>
            <a:ext cx="646500" cy="602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4"/>
          <p:cNvCxnSpPr>
            <a:stCxn id="66" idx="0"/>
          </p:cNvCxnSpPr>
          <p:nvPr/>
        </p:nvCxnSpPr>
        <p:spPr>
          <a:xfrm flipH="1" rot="5400000">
            <a:off x="5432674" y="2598174"/>
            <a:ext cx="756300" cy="775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81" name="Google Shape;81;p14"/>
          <p:cNvSpPr txBox="1"/>
          <p:nvPr/>
        </p:nvSpPr>
        <p:spPr>
          <a:xfrm>
            <a:off x="1731700" y="3907700"/>
            <a:ext cx="1335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use Python, Excel</a:t>
            </a:r>
            <a:endParaRPr b="1" sz="1100">
              <a:solidFill>
                <a:schemeClr val="dk2"/>
              </a:solidFill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4633191" y="1366000"/>
            <a:ext cx="9636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use SQL</a:t>
            </a:r>
            <a:endParaRPr b="1" sz="1100">
              <a:solidFill>
                <a:schemeClr val="dk2"/>
              </a:solidFill>
            </a:endParaRPr>
          </a:p>
        </p:txBody>
      </p:sp>
      <p:cxnSp>
        <p:nvCxnSpPr>
          <p:cNvPr id="83" name="Google Shape;83;p14"/>
          <p:cNvCxnSpPr>
            <a:stCxn id="61" idx="3"/>
            <a:endCxn id="67" idx="0"/>
          </p:cNvCxnSpPr>
          <p:nvPr/>
        </p:nvCxnSpPr>
        <p:spPr>
          <a:xfrm>
            <a:off x="1642003" y="4450701"/>
            <a:ext cx="455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" name="Google Shape;84;p14"/>
          <p:cNvSpPr txBox="1"/>
          <p:nvPr/>
        </p:nvSpPr>
        <p:spPr>
          <a:xfrm>
            <a:off x="3709050" y="4450700"/>
            <a:ext cx="133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use Python, Excel, Statistics</a:t>
            </a:r>
            <a:endParaRPr b="1" sz="1100">
              <a:solidFill>
                <a:schemeClr val="dk2"/>
              </a:solidFill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6739375" y="1017725"/>
            <a:ext cx="182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use Visualization tools: Power BI, Tableau</a:t>
            </a:r>
            <a:endParaRPr b="1"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Các công cụ chính</a:t>
            </a:r>
            <a:endParaRPr/>
          </a:p>
        </p:txBody>
      </p:sp>
      <p:cxnSp>
        <p:nvCxnSpPr>
          <p:cNvPr id="91" name="Google Shape;91;p15"/>
          <p:cNvCxnSpPr/>
          <p:nvPr/>
        </p:nvCxnSpPr>
        <p:spPr>
          <a:xfrm>
            <a:off x="1065950" y="2835650"/>
            <a:ext cx="734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92" name="Google Shape;92;p15"/>
          <p:cNvCxnSpPr>
            <a:stCxn id="90" idx="2"/>
          </p:cNvCxnSpPr>
          <p:nvPr/>
        </p:nvCxnSpPr>
        <p:spPr>
          <a:xfrm>
            <a:off x="4572000" y="1017725"/>
            <a:ext cx="0" cy="386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93" name="Google Shape;93;p15"/>
          <p:cNvSpPr txBox="1"/>
          <p:nvPr/>
        </p:nvSpPr>
        <p:spPr>
          <a:xfrm>
            <a:off x="4812325" y="545075"/>
            <a:ext cx="12552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Sử dụng nhiều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3153650" y="4770900"/>
            <a:ext cx="12552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Sử dụng </a:t>
            </a:r>
            <a:r>
              <a:rPr lang="en" sz="1200">
                <a:solidFill>
                  <a:schemeClr val="dk2"/>
                </a:solidFill>
              </a:rPr>
              <a:t>ít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64900" y="2385450"/>
            <a:ext cx="12552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Khó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7761825" y="2933925"/>
            <a:ext cx="12552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Dễ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97" name="Google Shape;9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2325" y="2189675"/>
            <a:ext cx="1603256" cy="47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0451" y="1104824"/>
            <a:ext cx="672548" cy="625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7996" y="2964462"/>
            <a:ext cx="1090856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71250" y="1256325"/>
            <a:ext cx="1355435" cy="47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Chi tiết về các công cụ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Python</a:t>
            </a:r>
            <a:r>
              <a:rPr lang="en"/>
              <a:t>: Ngôn ngữ lập trình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Mình có thể làm mọi thứ với nó, xử lý dữ liệu: làm sạch, kết hợp, gom nhóm dữ liệu, … hay phân tích dữ liệu.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Độ khó: trung bình, anh nghĩ cần 1-2 tháng để có thể nắm được toàn bộ về Python cho DA.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Ưu điểm: Có nhiều thư viện hỗ trợ cho nhiều công đoạn.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Chi tiết về các công cụ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SQL</a:t>
            </a:r>
            <a:r>
              <a:rPr lang="en"/>
              <a:t> - Structured Query Language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Mình hiểu đây cũng là một ngôn ngữ lập trình, nhưng nó sẽ </a:t>
            </a:r>
            <a:r>
              <a:rPr b="1" lang="en"/>
              <a:t>tối ưu cho việc em truy vấn, tìm kiếm thông tin từ Cơ sở dữ liệu (database).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Các việc phải sử dụng SQL: viết truy vấn dữ liệu để xử lý dữ liệu, viết truy vấn dữ liệu để đưa vào trong công cụ Visualization ví dụ như Power BI, Tableau.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Độ khó: không hề dễ, tuy nhiên mình có thể </a:t>
            </a:r>
            <a:r>
              <a:rPr b="1" lang="en"/>
              <a:t>chỉ cần tập trung một vài truy vấn cơ bản.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Mức độ sử dụng: Cũng tương đối nhiều, có thể gần ngang Python.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Chi tiết về các công cụ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Excel</a:t>
            </a:r>
            <a:r>
              <a:rPr lang="en"/>
              <a:t> - công cụ xử lý, phân tích dữ liệu, trực quan hoá, …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Nói chung là Excel có thể làm mọi thứ cho DA, giao diện trực quan, dễ hiểu.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Tuy vậy để dùng Excel cho DA thì cần nắm tương đối các công cụ trong đấy, có thể phải mất tầm 2-3 tuần để làm.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Nên học sớm.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Chi tiết về các công cụ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Visualization tools</a:t>
            </a:r>
            <a:r>
              <a:rPr lang="en"/>
              <a:t>: Power BI (phải xài trên Windows), Tableau (không free).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Em cứ hiểu là mình sẽ tạo ra các dashboard để trực quan hoá dữ liệu.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Nguồn data là data sạch sau khi mình đã xử lý (có thể bằng python hoặc sql) từ database, hoặc là Excel.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Đây là những bước cuối cùng để tạo ra một report để đưa cho mọi người coi và thể hiện tư duy phân tích dữ liệu của mình nhất.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Ngoài ra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Tư duy về dữ liệu - data sense.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Tư duy phân tích dữ liệu: Hiểu dữ liệu, biến đổi dữ liệu như thế nào cho hợp lý ? Chọn cách phân tích như thế nào 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Tư duy trình bày: Chọn biểu đồ, chọn cách trình bày, kể chuyện.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796875" y="703750"/>
            <a:ext cx="2276700" cy="61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_int 3</a:t>
            </a:r>
            <a:endParaRPr/>
          </a:p>
        </p:txBody>
      </p:sp>
      <p:sp>
        <p:nvSpPr>
          <p:cNvPr id="136" name="Google Shape;136;p21"/>
          <p:cNvSpPr/>
          <p:nvPr/>
        </p:nvSpPr>
        <p:spPr>
          <a:xfrm>
            <a:off x="796875" y="1653025"/>
            <a:ext cx="2276700" cy="61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_float “abc”</a:t>
            </a:r>
            <a:endParaRPr/>
          </a:p>
        </p:txBody>
      </p:sp>
      <p:sp>
        <p:nvSpPr>
          <p:cNvPr id="137" name="Google Shape;137;p21"/>
          <p:cNvSpPr/>
          <p:nvPr/>
        </p:nvSpPr>
        <p:spPr>
          <a:xfrm>
            <a:off x="796875" y="2747175"/>
            <a:ext cx="2276700" cy="61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_string “xyz”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